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notesSlides/notesSlide2.xml><?xml version="1.0" encoding="utf-8"?>
<p:notes xmlns:p="http://schemas.openxmlformats.org/presentationml/2006/main" xmlns:a="http://schemas.openxmlformats.org/drawingml/2006/main">
  <a:t>说明数据仍需最终复核</a:t>
</p:notes>
</file>

<file path=ppt/slides/slide1.xml><?xml version="1.0" encoding="utf-8"?>
<p:sld xmlns:p="http://schemas.openxmlformats.org/presentationml/2006/main" xmlns:a="http://schemas.openxmlformats.org/drawingml/2006/main">
  <a:t>校园光伏计划</a:t>
  <a:t>从能源审计开始</a:t>
</p:sld>
</file>

<file path=ppt/slides/slide2.xml><?xml version="1.0" encoding="utf-8"?>
<p:sld xmlns:p="http://schemas.openxmlformats.org/presentationml/2006/main" xmlns:a="http://schemas.openxmlformats.org/drawingml/2006/main">
  <a:t>建设目标</a:t>
  <a:t>示范容量达到 80 MW</a:t>
  <a:tbl>
    <a:tr>
      <a:tc>
        <a:t>阶段一</a:t>
      </a:tc>
    </a:tr>
  </a:tbl>
</p:sld>
</file>